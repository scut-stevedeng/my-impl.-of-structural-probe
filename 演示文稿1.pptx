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8023" y="734695"/>
            <a:ext cx="2502535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CONLLU</a:t>
            </a:r>
            <a:endParaRPr lang="en-US" altLang="zh-CN" sz="44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53991" y="738505"/>
            <a:ext cx="168402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JSON</a:t>
            </a:r>
            <a:endParaRPr lang="en-US" altLang="zh-CN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8027036" y="738505"/>
            <a:ext cx="353695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BERT States</a:t>
            </a:r>
            <a:endParaRPr lang="en-US" altLang="zh-CN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96903" y="4226560"/>
            <a:ext cx="4029075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Train\Test Set</a:t>
            </a:r>
            <a:endParaRPr lang="en-US" altLang="zh-CN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直接箭头连接符 8"/>
          <p:cNvCxnSpPr>
            <a:stCxn id="4" idx="3"/>
            <a:endCxn id="5" idx="1"/>
          </p:cNvCxnSpPr>
          <p:nvPr/>
        </p:nvCxnSpPr>
        <p:spPr>
          <a:xfrm>
            <a:off x="3190875" y="1118870"/>
            <a:ext cx="2063115" cy="3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157220" y="738505"/>
            <a:ext cx="24250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CONLLUDataSet</a:t>
            </a:r>
            <a:endParaRPr lang="en-US" altLang="zh-CN" sz="1600"/>
          </a:p>
        </p:txBody>
      </p:sp>
      <p:cxnSp>
        <p:nvCxnSpPr>
          <p:cNvPr id="11" name="直接箭头连接符 10"/>
          <p:cNvCxnSpPr>
            <a:stCxn id="5" idx="3"/>
            <a:endCxn id="6" idx="1"/>
          </p:cNvCxnSpPr>
          <p:nvPr/>
        </p:nvCxnSpPr>
        <p:spPr>
          <a:xfrm>
            <a:off x="6938010" y="1122680"/>
            <a:ext cx="10890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037705" y="815340"/>
            <a:ext cx="8934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convert_raw_to_bert.py</a:t>
            </a:r>
            <a:endParaRPr lang="en-US" altLang="zh-CN" sz="1400"/>
          </a:p>
        </p:txBody>
      </p:sp>
      <p:cxnSp>
        <p:nvCxnSpPr>
          <p:cNvPr id="13" name="直接箭头连接符 12"/>
          <p:cNvCxnSpPr>
            <a:stCxn id="5" idx="2"/>
          </p:cNvCxnSpPr>
          <p:nvPr/>
        </p:nvCxnSpPr>
        <p:spPr>
          <a:xfrm>
            <a:off x="6096000" y="1506855"/>
            <a:ext cx="2772410" cy="14363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373370" y="1633220"/>
            <a:ext cx="22707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1.DependencyH5DataWriter.load_dependency_trees</a:t>
            </a:r>
            <a:endParaRPr lang="en-US" altLang="zh-CN" sz="1600"/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8658860" y="1466215"/>
            <a:ext cx="628650" cy="2788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644130" y="3274695"/>
            <a:ext cx="22707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2.DependencyH5DataWriter.load_hidden_states_and_write</a:t>
            </a:r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WPS 演示</Application>
  <PresentationFormat>宽屏</PresentationFormat>
  <Paragraphs>16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gguyguy</cp:lastModifiedBy>
  <cp:revision>164</cp:revision>
  <dcterms:created xsi:type="dcterms:W3CDTF">2026-09-16T11:37:41Z</dcterms:created>
  <dcterms:modified xsi:type="dcterms:W3CDTF">2026-09-16T11:37:41Z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A722A619E83042B31AEE7A6AAEE222C0_41</vt:lpwstr>
  </property>
</Properties>
</file>